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</p:sldIdLst>
  <p:sldSz cx="6502400" cy="650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FE"/>
    <a:srgbClr val="FFFCFC"/>
    <a:srgbClr val="FAE9D2"/>
    <a:srgbClr val="F8D5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EBEECC-97F6-4822-A1E3-97E5E6028604}" v="8" dt="2025-07-13T02:28:57.710"/>
    <p1510:client id="{A7F759A5-B32B-475B-BE74-CEB1264810EA}" v="106" dt="2025-07-12T17:36:10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6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能司 海老名" userId="aa0dd224ae30a5e7" providerId="LiveId" clId="{A7F759A5-B32B-475B-BE74-CEB1264810EA}"/>
    <pc:docChg chg="undo redo custSel addSld delSld modSld">
      <pc:chgData name="能司 海老名" userId="aa0dd224ae30a5e7" providerId="LiveId" clId="{A7F759A5-B32B-475B-BE74-CEB1264810EA}" dt="2025-07-12T17:41:58.778" v="1128" actId="14100"/>
      <pc:docMkLst>
        <pc:docMk/>
      </pc:docMkLst>
      <pc:sldChg chg="addSp delSp modSp mod setBg">
        <pc:chgData name="能司 海老名" userId="aa0dd224ae30a5e7" providerId="LiveId" clId="{A7F759A5-B32B-475B-BE74-CEB1264810EA}" dt="2025-05-07T17:26:38.340" v="720" actId="1076"/>
        <pc:sldMkLst>
          <pc:docMk/>
          <pc:sldMk cId="1732236420" sldId="256"/>
        </pc:sldMkLst>
      </pc:sldChg>
      <pc:sldChg chg="addSp delSp modSp del mod">
        <pc:chgData name="能司 海老名" userId="aa0dd224ae30a5e7" providerId="LiveId" clId="{A7F759A5-B32B-475B-BE74-CEB1264810EA}" dt="2025-05-07T15:20:47.231" v="284" actId="2696"/>
        <pc:sldMkLst>
          <pc:docMk/>
          <pc:sldMk cId="2969715429" sldId="257"/>
        </pc:sldMkLst>
      </pc:sldChg>
      <pc:sldChg chg="addSp delSp modSp new mod">
        <pc:chgData name="能司 海老名" userId="aa0dd224ae30a5e7" providerId="LiveId" clId="{A7F759A5-B32B-475B-BE74-CEB1264810EA}" dt="2025-07-12T03:23:27.804" v="755" actId="478"/>
        <pc:sldMkLst>
          <pc:docMk/>
          <pc:sldMk cId="3791223473" sldId="257"/>
        </pc:sldMkLst>
        <pc:spChg chg="del">
          <ac:chgData name="能司 海老名" userId="aa0dd224ae30a5e7" providerId="LiveId" clId="{A7F759A5-B32B-475B-BE74-CEB1264810EA}" dt="2025-07-12T03:19:50.636" v="723" actId="478"/>
          <ac:spMkLst>
            <pc:docMk/>
            <pc:sldMk cId="3791223473" sldId="257"/>
            <ac:spMk id="2" creationId="{1A7D373C-BA5D-62FA-3E1D-906C38C38F5B}"/>
          </ac:spMkLst>
        </pc:spChg>
        <pc:spChg chg="del">
          <ac:chgData name="能司 海老名" userId="aa0dd224ae30a5e7" providerId="LiveId" clId="{A7F759A5-B32B-475B-BE74-CEB1264810EA}" dt="2025-07-12T03:19:48.889" v="722" actId="478"/>
          <ac:spMkLst>
            <pc:docMk/>
            <pc:sldMk cId="3791223473" sldId="257"/>
            <ac:spMk id="3" creationId="{A2F67996-7BCA-DC89-1623-88DE83F3EF29}"/>
          </ac:spMkLst>
        </pc:spChg>
        <pc:spChg chg="add mod">
          <ac:chgData name="能司 海老名" userId="aa0dd224ae30a5e7" providerId="LiveId" clId="{A7F759A5-B32B-475B-BE74-CEB1264810EA}" dt="2025-07-12T03:20:27.207" v="728" actId="14100"/>
          <ac:spMkLst>
            <pc:docMk/>
            <pc:sldMk cId="3791223473" sldId="257"/>
            <ac:spMk id="4" creationId="{DB7537BA-6140-482C-D46C-88801139E3CE}"/>
          </ac:spMkLst>
        </pc:spChg>
        <pc:spChg chg="add del mod">
          <ac:chgData name="能司 海老名" userId="aa0dd224ae30a5e7" providerId="LiveId" clId="{A7F759A5-B32B-475B-BE74-CEB1264810EA}" dt="2025-07-12T03:23:24.524" v="752" actId="478"/>
          <ac:spMkLst>
            <pc:docMk/>
            <pc:sldMk cId="3791223473" sldId="257"/>
            <ac:spMk id="13" creationId="{A9F5A2D6-A74A-BD2C-C326-ABCAD792CBCC}"/>
          </ac:spMkLst>
        </pc:spChg>
        <pc:spChg chg="add del mod">
          <ac:chgData name="能司 海老名" userId="aa0dd224ae30a5e7" providerId="LiveId" clId="{A7F759A5-B32B-475B-BE74-CEB1264810EA}" dt="2025-07-12T03:23:25.610" v="753" actId="478"/>
          <ac:spMkLst>
            <pc:docMk/>
            <pc:sldMk cId="3791223473" sldId="257"/>
            <ac:spMk id="14" creationId="{881689E3-A5B4-9886-89FC-474B2E131BF2}"/>
          </ac:spMkLst>
        </pc:spChg>
        <pc:spChg chg="add del mod">
          <ac:chgData name="能司 海老名" userId="aa0dd224ae30a5e7" providerId="LiveId" clId="{A7F759A5-B32B-475B-BE74-CEB1264810EA}" dt="2025-07-12T03:23:27.804" v="755" actId="478"/>
          <ac:spMkLst>
            <pc:docMk/>
            <pc:sldMk cId="3791223473" sldId="257"/>
            <ac:spMk id="15" creationId="{C7A4E246-CA78-D8AF-231F-1E4FF10F8FCD}"/>
          </ac:spMkLst>
        </pc:spChg>
        <pc:spChg chg="add del mod">
          <ac:chgData name="能司 海老名" userId="aa0dd224ae30a5e7" providerId="LiveId" clId="{A7F759A5-B32B-475B-BE74-CEB1264810EA}" dt="2025-07-12T03:23:26.867" v="754" actId="478"/>
          <ac:spMkLst>
            <pc:docMk/>
            <pc:sldMk cId="3791223473" sldId="257"/>
            <ac:spMk id="16" creationId="{645A833C-A139-874A-832B-9A71A63549B1}"/>
          </ac:spMkLst>
        </pc:spChg>
        <pc:cxnChg chg="add mod">
          <ac:chgData name="能司 海老名" userId="aa0dd224ae30a5e7" providerId="LiveId" clId="{A7F759A5-B32B-475B-BE74-CEB1264810EA}" dt="2025-07-12T03:20:58.411" v="737" actId="1076"/>
          <ac:cxnSpMkLst>
            <pc:docMk/>
            <pc:sldMk cId="3791223473" sldId="257"/>
            <ac:cxnSpMk id="6" creationId="{2FC94C0C-7D0A-B29A-0463-8C688D94C1BF}"/>
          </ac:cxnSpMkLst>
        </pc:cxnChg>
        <pc:cxnChg chg="add mod">
          <ac:chgData name="能司 海老名" userId="aa0dd224ae30a5e7" providerId="LiveId" clId="{A7F759A5-B32B-475B-BE74-CEB1264810EA}" dt="2025-07-12T03:20:55.112" v="736" actId="1076"/>
          <ac:cxnSpMkLst>
            <pc:docMk/>
            <pc:sldMk cId="3791223473" sldId="257"/>
            <ac:cxnSpMk id="8" creationId="{4FE827C8-CE64-3B97-6112-C14D8EEA72C4}"/>
          </ac:cxnSpMkLst>
        </pc:cxnChg>
        <pc:cxnChg chg="add mod">
          <ac:chgData name="能司 海老名" userId="aa0dd224ae30a5e7" providerId="LiveId" clId="{A7F759A5-B32B-475B-BE74-CEB1264810EA}" dt="2025-07-12T03:21:14.167" v="741" actId="14100"/>
          <ac:cxnSpMkLst>
            <pc:docMk/>
            <pc:sldMk cId="3791223473" sldId="257"/>
            <ac:cxnSpMk id="9" creationId="{B866683D-346E-775F-A09F-1315161E9F3B}"/>
          </ac:cxnSpMkLst>
        </pc:cxnChg>
        <pc:cxnChg chg="add mod">
          <ac:chgData name="能司 海老名" userId="aa0dd224ae30a5e7" providerId="LiveId" clId="{A7F759A5-B32B-475B-BE74-CEB1264810EA}" dt="2025-07-12T03:21:22.258" v="743" actId="1076"/>
          <ac:cxnSpMkLst>
            <pc:docMk/>
            <pc:sldMk cId="3791223473" sldId="257"/>
            <ac:cxnSpMk id="12" creationId="{88B97CD3-23CD-224B-6EDF-972FE932287E}"/>
          </ac:cxnSpMkLst>
        </pc:cxnChg>
      </pc:sldChg>
      <pc:sldChg chg="addSp delSp modSp add mod setBg">
        <pc:chgData name="能司 海老名" userId="aa0dd224ae30a5e7" providerId="LiveId" clId="{A7F759A5-B32B-475B-BE74-CEB1264810EA}" dt="2025-07-12T17:41:58.778" v="1128" actId="14100"/>
        <pc:sldMkLst>
          <pc:docMk/>
          <pc:sldMk cId="3777428093" sldId="258"/>
        </pc:sldMkLst>
        <pc:spChg chg="add mod">
          <ac:chgData name="能司 海老名" userId="aa0dd224ae30a5e7" providerId="LiveId" clId="{A7F759A5-B32B-475B-BE74-CEB1264810EA}" dt="2025-07-12T17:41:58.778" v="1128" actId="14100"/>
          <ac:spMkLst>
            <pc:docMk/>
            <pc:sldMk cId="3777428093" sldId="258"/>
            <ac:spMk id="2" creationId="{6017CA3B-8AEB-03CD-A1EF-B0A88D31CECF}"/>
          </ac:spMkLst>
        </pc:spChg>
        <pc:spChg chg="add del mod">
          <ac:chgData name="能司 海老名" userId="aa0dd224ae30a5e7" providerId="LiveId" clId="{A7F759A5-B32B-475B-BE74-CEB1264810EA}" dt="2025-07-12T16:56:33.317" v="787" actId="478"/>
          <ac:spMkLst>
            <pc:docMk/>
            <pc:sldMk cId="3777428093" sldId="258"/>
            <ac:spMk id="3" creationId="{DCDEF5F0-5CEA-2F47-8B0A-2A5094459EF4}"/>
          </ac:spMkLst>
        </pc:spChg>
        <pc:spChg chg="add del mod">
          <ac:chgData name="能司 海老名" userId="aa0dd224ae30a5e7" providerId="LiveId" clId="{A7F759A5-B32B-475B-BE74-CEB1264810EA}" dt="2025-07-12T16:56:34.732" v="788" actId="478"/>
          <ac:spMkLst>
            <pc:docMk/>
            <pc:sldMk cId="3777428093" sldId="258"/>
            <ac:spMk id="4" creationId="{0691132D-126C-03CD-0DB2-138A15D0CF44}"/>
          </ac:spMkLst>
        </pc:spChg>
        <pc:spChg chg="add mod">
          <ac:chgData name="能司 海老名" userId="aa0dd224ae30a5e7" providerId="LiveId" clId="{A7F759A5-B32B-475B-BE74-CEB1264810EA}" dt="2025-07-12T17:33:35.667" v="1056" actId="14100"/>
          <ac:spMkLst>
            <pc:docMk/>
            <pc:sldMk cId="3777428093" sldId="258"/>
            <ac:spMk id="5" creationId="{E8120DE4-1194-C852-D342-7D0764F264F6}"/>
          </ac:spMkLst>
        </pc:spChg>
        <pc:spChg chg="del">
          <ac:chgData name="能司 海老名" userId="aa0dd224ae30a5e7" providerId="LiveId" clId="{A7F759A5-B32B-475B-BE74-CEB1264810EA}" dt="2025-07-12T16:49:18.583" v="762" actId="478"/>
          <ac:spMkLst>
            <pc:docMk/>
            <pc:sldMk cId="3777428093" sldId="258"/>
            <ac:spMk id="6" creationId="{4E8885A7-D18E-EC98-B136-1AAE643C8EF6}"/>
          </ac:spMkLst>
        </pc:spChg>
        <pc:spChg chg="del">
          <ac:chgData name="能司 海老名" userId="aa0dd224ae30a5e7" providerId="LiveId" clId="{A7F759A5-B32B-475B-BE74-CEB1264810EA}" dt="2025-07-12T16:49:17.450" v="761" actId="478"/>
          <ac:spMkLst>
            <pc:docMk/>
            <pc:sldMk cId="3777428093" sldId="258"/>
            <ac:spMk id="7" creationId="{DA7E71A8-4BAF-2D01-76BF-3C5046F51D90}"/>
          </ac:spMkLst>
        </pc:spChg>
        <pc:spChg chg="del">
          <ac:chgData name="能司 海老名" userId="aa0dd224ae30a5e7" providerId="LiveId" clId="{A7F759A5-B32B-475B-BE74-CEB1264810EA}" dt="2025-07-12T16:47:28.413" v="759" actId="478"/>
          <ac:spMkLst>
            <pc:docMk/>
            <pc:sldMk cId="3777428093" sldId="258"/>
            <ac:spMk id="8" creationId="{844C86DC-4634-B31F-30DF-B25C10BD9DE9}"/>
          </ac:spMkLst>
        </pc:spChg>
        <pc:spChg chg="add del mod ord">
          <ac:chgData name="能司 海老名" userId="aa0dd224ae30a5e7" providerId="LiveId" clId="{A7F759A5-B32B-475B-BE74-CEB1264810EA}" dt="2025-07-12T17:22:16.066" v="967" actId="21"/>
          <ac:spMkLst>
            <pc:docMk/>
            <pc:sldMk cId="3777428093" sldId="258"/>
            <ac:spMk id="20" creationId="{C5B01322-1B2D-8C6C-414D-9B49638E2F95}"/>
          </ac:spMkLst>
        </pc:spChg>
        <pc:spChg chg="add del mod">
          <ac:chgData name="能司 海老名" userId="aa0dd224ae30a5e7" providerId="LiveId" clId="{A7F759A5-B32B-475B-BE74-CEB1264810EA}" dt="2025-07-12T17:22:16.066" v="967" actId="21"/>
          <ac:spMkLst>
            <pc:docMk/>
            <pc:sldMk cId="3777428093" sldId="258"/>
            <ac:spMk id="21" creationId="{3E401D45-7032-8923-C45E-A3BA1A98A7D1}"/>
          </ac:spMkLst>
        </pc:spChg>
        <pc:spChg chg="add del mod">
          <ac:chgData name="能司 海老名" userId="aa0dd224ae30a5e7" providerId="LiveId" clId="{A7F759A5-B32B-475B-BE74-CEB1264810EA}" dt="2025-07-12T17:05:48.659" v="855" actId="478"/>
          <ac:spMkLst>
            <pc:docMk/>
            <pc:sldMk cId="3777428093" sldId="258"/>
            <ac:spMk id="22" creationId="{A941F93D-4F73-05BF-FD84-E771A03535CD}"/>
          </ac:spMkLst>
        </pc:spChg>
        <pc:spChg chg="del mod topLvl">
          <ac:chgData name="能司 海老名" userId="aa0dd224ae30a5e7" providerId="LiveId" clId="{A7F759A5-B32B-475B-BE74-CEB1264810EA}" dt="2025-07-12T17:19:06.105" v="934" actId="478"/>
          <ac:spMkLst>
            <pc:docMk/>
            <pc:sldMk cId="3777428093" sldId="258"/>
            <ac:spMk id="25" creationId="{BC66E6CB-C0D8-55F0-9CB0-D0AD52AE4590}"/>
          </ac:spMkLst>
        </pc:spChg>
        <pc:spChg chg="del mod topLvl">
          <ac:chgData name="能司 海老名" userId="aa0dd224ae30a5e7" providerId="LiveId" clId="{A7F759A5-B32B-475B-BE74-CEB1264810EA}" dt="2025-07-12T17:19:06.756" v="935" actId="478"/>
          <ac:spMkLst>
            <pc:docMk/>
            <pc:sldMk cId="3777428093" sldId="258"/>
            <ac:spMk id="26" creationId="{34E92AB8-8E9F-041E-B3BB-5DB24E2E4587}"/>
          </ac:spMkLst>
        </pc:spChg>
        <pc:spChg chg="del mod">
          <ac:chgData name="能司 海老名" userId="aa0dd224ae30a5e7" providerId="LiveId" clId="{A7F759A5-B32B-475B-BE74-CEB1264810EA}" dt="2025-07-12T17:19:03.550" v="932" actId="478"/>
          <ac:spMkLst>
            <pc:docMk/>
            <pc:sldMk cId="3777428093" sldId="258"/>
            <ac:spMk id="27" creationId="{E1EC6FC1-8CAF-EC24-C1B3-E474B23482C3}"/>
          </ac:spMkLst>
        </pc:spChg>
        <pc:spChg chg="mod">
          <ac:chgData name="能司 海老名" userId="aa0dd224ae30a5e7" providerId="LiveId" clId="{A7F759A5-B32B-475B-BE74-CEB1264810EA}" dt="2025-07-12T17:20:22.446" v="946"/>
          <ac:spMkLst>
            <pc:docMk/>
            <pc:sldMk cId="3777428093" sldId="258"/>
            <ac:spMk id="30" creationId="{B428DB67-4552-B3B3-C13F-C736EBBC16CE}"/>
          </ac:spMkLst>
        </pc:spChg>
        <pc:spChg chg="mod">
          <ac:chgData name="能司 海老名" userId="aa0dd224ae30a5e7" providerId="LiveId" clId="{A7F759A5-B32B-475B-BE74-CEB1264810EA}" dt="2025-07-12T17:20:22.446" v="946"/>
          <ac:spMkLst>
            <pc:docMk/>
            <pc:sldMk cId="3777428093" sldId="258"/>
            <ac:spMk id="31" creationId="{C73B6297-2B19-19B9-EBBB-A620CE4E30F8}"/>
          </ac:spMkLst>
        </pc:spChg>
        <pc:spChg chg="mod">
          <ac:chgData name="能司 海老名" userId="aa0dd224ae30a5e7" providerId="LiveId" clId="{A7F759A5-B32B-475B-BE74-CEB1264810EA}" dt="2025-07-12T17:20:22.446" v="946"/>
          <ac:spMkLst>
            <pc:docMk/>
            <pc:sldMk cId="3777428093" sldId="258"/>
            <ac:spMk id="32" creationId="{6571459B-BDED-3C50-A445-11AAF9F14E55}"/>
          </ac:spMkLst>
        </pc:spChg>
        <pc:spChg chg="add mod ord">
          <ac:chgData name="能司 海老名" userId="aa0dd224ae30a5e7" providerId="LiveId" clId="{A7F759A5-B32B-475B-BE74-CEB1264810EA}" dt="2025-07-12T17:40:18.405" v="1120" actId="20577"/>
          <ac:spMkLst>
            <pc:docMk/>
            <pc:sldMk cId="3777428093" sldId="258"/>
            <ac:spMk id="33" creationId="{440095B5-944C-F8D1-0FD2-22D93D138E15}"/>
          </ac:spMkLst>
        </pc:spChg>
        <pc:spChg chg="add mod">
          <ac:chgData name="能司 海老名" userId="aa0dd224ae30a5e7" providerId="LiveId" clId="{A7F759A5-B32B-475B-BE74-CEB1264810EA}" dt="2025-07-12T17:41:02.783" v="1124" actId="207"/>
          <ac:spMkLst>
            <pc:docMk/>
            <pc:sldMk cId="3777428093" sldId="258"/>
            <ac:spMk id="34" creationId="{A081DE86-A215-77E5-D938-B9E33CC1D046}"/>
          </ac:spMkLst>
        </pc:spChg>
        <pc:spChg chg="add mod ord">
          <ac:chgData name="能司 海老名" userId="aa0dd224ae30a5e7" providerId="LiveId" clId="{A7F759A5-B32B-475B-BE74-CEB1264810EA}" dt="2025-07-12T17:38:12.034" v="1105" actId="1076"/>
          <ac:spMkLst>
            <pc:docMk/>
            <pc:sldMk cId="3777428093" sldId="258"/>
            <ac:spMk id="44" creationId="{BD3FBADD-99A6-A22E-7BF5-16F65422D957}"/>
          </ac:spMkLst>
        </pc:spChg>
        <pc:spChg chg="add mod">
          <ac:chgData name="能司 海老名" userId="aa0dd224ae30a5e7" providerId="LiveId" clId="{A7F759A5-B32B-475B-BE74-CEB1264810EA}" dt="2025-07-12T17:38:01.981" v="1104" actId="1076"/>
          <ac:spMkLst>
            <pc:docMk/>
            <pc:sldMk cId="3777428093" sldId="258"/>
            <ac:spMk id="45" creationId="{3BB8DC75-8087-F312-4EC4-85D255FD9E05}"/>
          </ac:spMkLst>
        </pc:spChg>
        <pc:grpChg chg="add del mod">
          <ac:chgData name="能司 海老名" userId="aa0dd224ae30a5e7" providerId="LiveId" clId="{A7F759A5-B32B-475B-BE74-CEB1264810EA}" dt="2025-07-12T17:19:06.105" v="934" actId="478"/>
          <ac:grpSpMkLst>
            <pc:docMk/>
            <pc:sldMk cId="3777428093" sldId="258"/>
            <ac:grpSpMk id="23" creationId="{CEEF4F8D-D31C-1513-AF85-AD4FDC62E366}"/>
          </ac:grpSpMkLst>
        </pc:grpChg>
        <pc:grpChg chg="del mod">
          <ac:chgData name="能司 海老名" userId="aa0dd224ae30a5e7" providerId="LiveId" clId="{A7F759A5-B32B-475B-BE74-CEB1264810EA}" dt="2025-07-12T17:19:03.550" v="932" actId="478"/>
          <ac:grpSpMkLst>
            <pc:docMk/>
            <pc:sldMk cId="3777428093" sldId="258"/>
            <ac:grpSpMk id="24" creationId="{DC08427A-04AA-CCA2-F672-B0573A7DA82B}"/>
          </ac:grpSpMkLst>
        </pc:grpChg>
        <pc:grpChg chg="add del mod">
          <ac:chgData name="能司 海老名" userId="aa0dd224ae30a5e7" providerId="LiveId" clId="{A7F759A5-B32B-475B-BE74-CEB1264810EA}" dt="2025-07-12T17:22:10.161" v="966" actId="21"/>
          <ac:grpSpMkLst>
            <pc:docMk/>
            <pc:sldMk cId="3777428093" sldId="258"/>
            <ac:grpSpMk id="28" creationId="{937E2378-5BAE-06DB-158C-B05164835A2A}"/>
          </ac:grpSpMkLst>
        </pc:grpChg>
        <pc:grpChg chg="mod">
          <ac:chgData name="能司 海老名" userId="aa0dd224ae30a5e7" providerId="LiveId" clId="{A7F759A5-B32B-475B-BE74-CEB1264810EA}" dt="2025-07-12T17:20:22.446" v="946"/>
          <ac:grpSpMkLst>
            <pc:docMk/>
            <pc:sldMk cId="3777428093" sldId="258"/>
            <ac:grpSpMk id="29" creationId="{4C77C276-6BA4-F707-74CF-7648C43C90D2}"/>
          </ac:grpSpMkLst>
        </pc:grpChg>
        <pc:grpChg chg="add mod">
          <ac:chgData name="能司 海老名" userId="aa0dd224ae30a5e7" providerId="LiveId" clId="{A7F759A5-B32B-475B-BE74-CEB1264810EA}" dt="2025-07-12T17:39:55.318" v="1116" actId="14100"/>
          <ac:grpSpMkLst>
            <pc:docMk/>
            <pc:sldMk cId="3777428093" sldId="258"/>
            <ac:grpSpMk id="35" creationId="{CFC5D259-7B18-4836-F093-BF68B9BDBBFB}"/>
          </ac:grpSpMkLst>
        </pc:grpChg>
        <pc:cxnChg chg="add del mod">
          <ac:chgData name="能司 海老名" userId="aa0dd224ae30a5e7" providerId="LiveId" clId="{A7F759A5-B32B-475B-BE74-CEB1264810EA}" dt="2025-07-12T16:59:46.127" v="816" actId="478"/>
          <ac:cxnSpMkLst>
            <pc:docMk/>
            <pc:sldMk cId="3777428093" sldId="258"/>
            <ac:cxnSpMk id="10" creationId="{A07A0CA5-661B-C15E-5B46-4B0DF1D9B496}"/>
          </ac:cxnSpMkLst>
        </pc:cxnChg>
        <pc:cxnChg chg="add mod">
          <ac:chgData name="能司 海老名" userId="aa0dd224ae30a5e7" providerId="LiveId" clId="{A7F759A5-B32B-475B-BE74-CEB1264810EA}" dt="2025-07-12T17:35:41.594" v="1080" actId="1076"/>
          <ac:cxnSpMkLst>
            <pc:docMk/>
            <pc:sldMk cId="3777428093" sldId="258"/>
            <ac:cxnSpMk id="11" creationId="{1516B59F-EC71-9F89-68C4-77106B1F158D}"/>
          </ac:cxnSpMkLst>
        </pc:cxnChg>
        <pc:cxnChg chg="add del mod">
          <ac:chgData name="能司 海老名" userId="aa0dd224ae30a5e7" providerId="LiveId" clId="{A7F759A5-B32B-475B-BE74-CEB1264810EA}" dt="2025-07-12T16:59:17.700" v="810" actId="478"/>
          <ac:cxnSpMkLst>
            <pc:docMk/>
            <pc:sldMk cId="3777428093" sldId="258"/>
            <ac:cxnSpMk id="14" creationId="{00AE5787-5250-6333-4386-ED4745169E3C}"/>
          </ac:cxnSpMkLst>
        </pc:cxnChg>
        <pc:cxnChg chg="add mod">
          <ac:chgData name="能司 海老名" userId="aa0dd224ae30a5e7" providerId="LiveId" clId="{A7F759A5-B32B-475B-BE74-CEB1264810EA}" dt="2025-07-12T17:35:49.492" v="1082" actId="1076"/>
          <ac:cxnSpMkLst>
            <pc:docMk/>
            <pc:sldMk cId="3777428093" sldId="258"/>
            <ac:cxnSpMk id="15" creationId="{9AE6264E-7314-56F2-7EBE-F5FE57A4143E}"/>
          </ac:cxnSpMkLst>
        </pc:cxnChg>
        <pc:cxnChg chg="add mod">
          <ac:chgData name="能司 海老名" userId="aa0dd224ae30a5e7" providerId="LiveId" clId="{A7F759A5-B32B-475B-BE74-CEB1264810EA}" dt="2025-07-12T16:59:29.671" v="812" actId="571"/>
          <ac:cxnSpMkLst>
            <pc:docMk/>
            <pc:sldMk cId="3777428093" sldId="258"/>
            <ac:cxnSpMk id="16" creationId="{EEBE79E4-DD50-F147-1651-503743A5A85E}"/>
          </ac:cxnSpMkLst>
        </pc:cxnChg>
        <pc:cxnChg chg="add del mod">
          <ac:chgData name="能司 海老名" userId="aa0dd224ae30a5e7" providerId="LiveId" clId="{A7F759A5-B32B-475B-BE74-CEB1264810EA}" dt="2025-07-12T16:59:47.279" v="817" actId="478"/>
          <ac:cxnSpMkLst>
            <pc:docMk/>
            <pc:sldMk cId="3777428093" sldId="258"/>
            <ac:cxnSpMk id="17" creationId="{76FF3A84-8EEB-736D-BA00-5F9B56FA9BF9}"/>
          </ac:cxnSpMkLst>
        </pc:cxnChg>
        <pc:cxnChg chg="add mod">
          <ac:chgData name="能司 海老名" userId="aa0dd224ae30a5e7" providerId="LiveId" clId="{A7F759A5-B32B-475B-BE74-CEB1264810EA}" dt="2025-07-12T17:34:37.475" v="1069" actId="1076"/>
          <ac:cxnSpMkLst>
            <pc:docMk/>
            <pc:sldMk cId="3777428093" sldId="258"/>
            <ac:cxnSpMk id="18" creationId="{E5768BF5-BB35-D0F8-02DC-443A1902DC75}"/>
          </ac:cxnSpMkLst>
        </pc:cxnChg>
        <pc:cxnChg chg="add mod">
          <ac:chgData name="能司 海老名" userId="aa0dd224ae30a5e7" providerId="LiveId" clId="{A7F759A5-B32B-475B-BE74-CEB1264810EA}" dt="2025-07-12T17:34:34.810" v="1068" actId="1076"/>
          <ac:cxnSpMkLst>
            <pc:docMk/>
            <pc:sldMk cId="3777428093" sldId="258"/>
            <ac:cxnSpMk id="19" creationId="{4B94C449-8805-C748-7D20-961A5CC8D350}"/>
          </ac:cxnSpMkLst>
        </pc:cxnChg>
      </pc:sldChg>
      <pc:sldChg chg="addSp delSp modSp add mod">
        <pc:chgData name="能司 海老名" userId="aa0dd224ae30a5e7" providerId="LiveId" clId="{A7F759A5-B32B-475B-BE74-CEB1264810EA}" dt="2025-07-12T17:36:06.556" v="1083" actId="1076"/>
        <pc:sldMkLst>
          <pc:docMk/>
          <pc:sldMk cId="317460862" sldId="259"/>
        </pc:sldMkLst>
        <pc:spChg chg="add mod">
          <ac:chgData name="能司 海老名" userId="aa0dd224ae30a5e7" providerId="LiveId" clId="{A7F759A5-B32B-475B-BE74-CEB1264810EA}" dt="2025-07-12T17:19:32.931" v="939" actId="1076"/>
          <ac:spMkLst>
            <pc:docMk/>
            <pc:sldMk cId="317460862" sldId="259"/>
            <ac:spMk id="2" creationId="{2DFEF297-AD97-3E2B-F9FE-ECADC9CA46E9}"/>
          </ac:spMkLst>
        </pc:spChg>
        <pc:spChg chg="add mod">
          <ac:chgData name="能司 海老名" userId="aa0dd224ae30a5e7" providerId="LiveId" clId="{A7F759A5-B32B-475B-BE74-CEB1264810EA}" dt="2025-07-12T17:12:32.768" v="892" actId="164"/>
          <ac:spMkLst>
            <pc:docMk/>
            <pc:sldMk cId="317460862" sldId="259"/>
            <ac:spMk id="3" creationId="{78B10FF3-F104-33BB-D34E-F92451670502}"/>
          </ac:spMkLst>
        </pc:spChg>
        <pc:spChg chg="del">
          <ac:chgData name="能司 海老名" userId="aa0dd224ae30a5e7" providerId="LiveId" clId="{A7F759A5-B32B-475B-BE74-CEB1264810EA}" dt="2025-07-12T17:06:47.533" v="858" actId="478"/>
          <ac:spMkLst>
            <pc:docMk/>
            <pc:sldMk cId="317460862" sldId="259"/>
            <ac:spMk id="4" creationId="{0F8AA44A-4687-265E-FC9B-4B8A8A28F3BF}"/>
          </ac:spMkLst>
        </pc:spChg>
        <pc:spChg chg="add mod">
          <ac:chgData name="能司 海老名" userId="aa0dd224ae30a5e7" providerId="LiveId" clId="{A7F759A5-B32B-475B-BE74-CEB1264810EA}" dt="2025-07-12T17:19:40.433" v="944" actId="1035"/>
          <ac:spMkLst>
            <pc:docMk/>
            <pc:sldMk cId="317460862" sldId="259"/>
            <ac:spMk id="10" creationId="{2462170E-16B9-AB08-5332-D77CCB7A40BC}"/>
          </ac:spMkLst>
        </pc:spChg>
        <pc:spChg chg="add mod">
          <ac:chgData name="能司 海老名" userId="aa0dd224ae30a5e7" providerId="LiveId" clId="{A7F759A5-B32B-475B-BE74-CEB1264810EA}" dt="2025-07-12T17:36:06.556" v="1083" actId="1076"/>
          <ac:spMkLst>
            <pc:docMk/>
            <pc:sldMk cId="317460862" sldId="259"/>
            <ac:spMk id="20" creationId="{C5B01322-1B2D-8C6C-414D-9B49638E2F95}"/>
          </ac:spMkLst>
        </pc:spChg>
        <pc:spChg chg="add mod">
          <ac:chgData name="能司 海老名" userId="aa0dd224ae30a5e7" providerId="LiveId" clId="{A7F759A5-B32B-475B-BE74-CEB1264810EA}" dt="2025-07-12T17:22:18.212" v="968"/>
          <ac:spMkLst>
            <pc:docMk/>
            <pc:sldMk cId="317460862" sldId="259"/>
            <ac:spMk id="21" creationId="{3E401D45-7032-8923-C45E-A3BA1A98A7D1}"/>
          </ac:spMkLst>
        </pc:spChg>
        <pc:grpChg chg="add mod">
          <ac:chgData name="能司 海老名" userId="aa0dd224ae30a5e7" providerId="LiveId" clId="{A7F759A5-B32B-475B-BE74-CEB1264810EA}" dt="2025-07-12T17:10:10.989" v="876" actId="164"/>
          <ac:grpSpMkLst>
            <pc:docMk/>
            <pc:sldMk cId="317460862" sldId="259"/>
            <ac:grpSpMk id="5" creationId="{F9890AC5-088B-ACB3-1984-2E786DBDA845}"/>
          </ac:grpSpMkLst>
        </pc:grpChg>
        <pc:grpChg chg="add mod">
          <ac:chgData name="能司 海老名" userId="aa0dd224ae30a5e7" providerId="LiveId" clId="{A7F759A5-B32B-475B-BE74-CEB1264810EA}" dt="2025-07-12T17:18:18.266" v="925" actId="164"/>
          <ac:grpSpMkLst>
            <pc:docMk/>
            <pc:sldMk cId="317460862" sldId="259"/>
            <ac:grpSpMk id="7" creationId="{97E02736-B3A0-A6BD-ABCF-DB204E94BF2D}"/>
          </ac:grpSpMkLst>
        </pc:grpChg>
        <pc:grpChg chg="add mod">
          <ac:chgData name="能司 海老名" userId="aa0dd224ae30a5e7" providerId="LiveId" clId="{A7F759A5-B32B-475B-BE74-CEB1264810EA}" dt="2025-07-12T17:22:21.370" v="969" actId="1076"/>
          <ac:grpSpMkLst>
            <pc:docMk/>
            <pc:sldMk cId="317460862" sldId="259"/>
            <ac:grpSpMk id="11" creationId="{CB11E326-E1C9-2105-041E-E9E61518C0CC}"/>
          </ac:grpSpMkLst>
        </pc:grpChg>
        <pc:cxnChg chg="del">
          <ac:chgData name="能司 海老名" userId="aa0dd224ae30a5e7" providerId="LiveId" clId="{A7F759A5-B32B-475B-BE74-CEB1264810EA}" dt="2025-07-12T17:06:52.277" v="861" actId="478"/>
          <ac:cxnSpMkLst>
            <pc:docMk/>
            <pc:sldMk cId="317460862" sldId="259"/>
            <ac:cxnSpMk id="6" creationId="{5C8E6A55-4E9E-B43A-53FF-35CE0059C883}"/>
          </ac:cxnSpMkLst>
        </pc:cxnChg>
        <pc:cxnChg chg="del">
          <ac:chgData name="能司 海老名" userId="aa0dd224ae30a5e7" providerId="LiveId" clId="{A7F759A5-B32B-475B-BE74-CEB1264810EA}" dt="2025-07-12T17:06:53.280" v="862" actId="478"/>
          <ac:cxnSpMkLst>
            <pc:docMk/>
            <pc:sldMk cId="317460862" sldId="259"/>
            <ac:cxnSpMk id="8" creationId="{7C028317-2861-A9BB-E147-F79C559ADC94}"/>
          </ac:cxnSpMkLst>
        </pc:cxnChg>
        <pc:cxnChg chg="del">
          <ac:chgData name="能司 海老名" userId="aa0dd224ae30a5e7" providerId="LiveId" clId="{A7F759A5-B32B-475B-BE74-CEB1264810EA}" dt="2025-07-12T17:06:51.031" v="860" actId="478"/>
          <ac:cxnSpMkLst>
            <pc:docMk/>
            <pc:sldMk cId="317460862" sldId="259"/>
            <ac:cxnSpMk id="9" creationId="{A931371B-12AE-63ED-3165-CE1595222A29}"/>
          </ac:cxnSpMkLst>
        </pc:cxnChg>
        <pc:cxnChg chg="del">
          <ac:chgData name="能司 海老名" userId="aa0dd224ae30a5e7" providerId="LiveId" clId="{A7F759A5-B32B-475B-BE74-CEB1264810EA}" dt="2025-07-12T17:06:50.165" v="859" actId="478"/>
          <ac:cxnSpMkLst>
            <pc:docMk/>
            <pc:sldMk cId="317460862" sldId="259"/>
            <ac:cxnSpMk id="12" creationId="{63B46B0A-99E1-979E-6093-B16760E262DF}"/>
          </ac:cxnSpMkLst>
        </pc:cxnChg>
      </pc:sldChg>
      <pc:sldChg chg="add del setBg">
        <pc:chgData name="能司 海老名" userId="aa0dd224ae30a5e7" providerId="LiveId" clId="{A7F759A5-B32B-475B-BE74-CEB1264810EA}" dt="2025-07-12T16:47:13.484" v="758"/>
        <pc:sldMkLst>
          <pc:docMk/>
          <pc:sldMk cId="2623648806" sldId="259"/>
        </pc:sldMkLst>
      </pc:sldChg>
    </pc:docChg>
  </pc:docChgLst>
  <pc:docChgLst>
    <pc:chgData name="能司 海老名" userId="aa0dd224ae30a5e7" providerId="LiveId" clId="{07EBEECC-97F6-4822-A1E3-97E5E6028604}"/>
    <pc:docChg chg="addSld delSld modSld">
      <pc:chgData name="能司 海老名" userId="aa0dd224ae30a5e7" providerId="LiveId" clId="{07EBEECC-97F6-4822-A1E3-97E5E6028604}" dt="2025-07-13T02:29:53.894" v="46" actId="14861"/>
      <pc:docMkLst>
        <pc:docMk/>
      </pc:docMkLst>
      <pc:sldChg chg="del">
        <pc:chgData name="能司 海老名" userId="aa0dd224ae30a5e7" providerId="LiveId" clId="{07EBEECC-97F6-4822-A1E3-97E5E6028604}" dt="2025-07-12T17:44:06.783" v="0" actId="2696"/>
        <pc:sldMkLst>
          <pc:docMk/>
          <pc:sldMk cId="1732236420" sldId="256"/>
        </pc:sldMkLst>
      </pc:sldChg>
      <pc:sldChg chg="del">
        <pc:chgData name="能司 海老名" userId="aa0dd224ae30a5e7" providerId="LiveId" clId="{07EBEECC-97F6-4822-A1E3-97E5E6028604}" dt="2025-07-12T17:44:10.813" v="1" actId="2696"/>
        <pc:sldMkLst>
          <pc:docMk/>
          <pc:sldMk cId="3791223473" sldId="257"/>
        </pc:sldMkLst>
      </pc:sldChg>
      <pc:sldChg chg="modSp mod">
        <pc:chgData name="能司 海老名" userId="aa0dd224ae30a5e7" providerId="LiveId" clId="{07EBEECC-97F6-4822-A1E3-97E5E6028604}" dt="2025-07-13T02:29:53.894" v="46" actId="14861"/>
        <pc:sldMkLst>
          <pc:docMk/>
          <pc:sldMk cId="3777428093" sldId="258"/>
        </pc:sldMkLst>
        <pc:spChg chg="mod">
          <ac:chgData name="能司 海老名" userId="aa0dd224ae30a5e7" providerId="LiveId" clId="{07EBEECC-97F6-4822-A1E3-97E5E6028604}" dt="2025-07-13T02:29:53.894" v="46" actId="14861"/>
          <ac:spMkLst>
            <pc:docMk/>
            <pc:sldMk cId="3777428093" sldId="258"/>
            <ac:spMk id="2" creationId="{6017CA3B-8AEB-03CD-A1EF-B0A88D31CECF}"/>
          </ac:spMkLst>
        </pc:spChg>
        <pc:spChg chg="mod">
          <ac:chgData name="能司 海老名" userId="aa0dd224ae30a5e7" providerId="LiveId" clId="{07EBEECC-97F6-4822-A1E3-97E5E6028604}" dt="2025-07-13T02:26:07.960" v="26" actId="207"/>
          <ac:spMkLst>
            <pc:docMk/>
            <pc:sldMk cId="3777428093" sldId="258"/>
            <ac:spMk id="34" creationId="{A081DE86-A215-77E5-D938-B9E33CC1D046}"/>
          </ac:spMkLst>
        </pc:spChg>
        <pc:spChg chg="mod">
          <ac:chgData name="能司 海老名" userId="aa0dd224ae30a5e7" providerId="LiveId" clId="{07EBEECC-97F6-4822-A1E3-97E5E6028604}" dt="2025-07-12T17:47:59.346" v="18" actId="1038"/>
          <ac:spMkLst>
            <pc:docMk/>
            <pc:sldMk cId="3777428093" sldId="258"/>
            <ac:spMk id="44" creationId="{BD3FBADD-99A6-A22E-7BF5-16F65422D957}"/>
          </ac:spMkLst>
        </pc:spChg>
        <pc:spChg chg="mod">
          <ac:chgData name="能司 海老名" userId="aa0dd224ae30a5e7" providerId="LiveId" clId="{07EBEECC-97F6-4822-A1E3-97E5E6028604}" dt="2025-07-13T02:25:58.944" v="25" actId="207"/>
          <ac:spMkLst>
            <pc:docMk/>
            <pc:sldMk cId="3777428093" sldId="258"/>
            <ac:spMk id="45" creationId="{3BB8DC75-8087-F312-4EC4-85D255FD9E05}"/>
          </ac:spMkLst>
        </pc:spChg>
        <pc:cxnChg chg="mod">
          <ac:chgData name="能司 海老名" userId="aa0dd224ae30a5e7" providerId="LiveId" clId="{07EBEECC-97F6-4822-A1E3-97E5E6028604}" dt="2025-07-12T17:47:55.283" v="16" actId="1038"/>
          <ac:cxnSpMkLst>
            <pc:docMk/>
            <pc:sldMk cId="3777428093" sldId="258"/>
            <ac:cxnSpMk id="11" creationId="{1516B59F-EC71-9F89-68C4-77106B1F158D}"/>
          </ac:cxnSpMkLst>
        </pc:cxnChg>
        <pc:cxnChg chg="mod">
          <ac:chgData name="能司 海老名" userId="aa0dd224ae30a5e7" providerId="LiveId" clId="{07EBEECC-97F6-4822-A1E3-97E5E6028604}" dt="2025-07-12T17:47:49.205" v="13" actId="1038"/>
          <ac:cxnSpMkLst>
            <pc:docMk/>
            <pc:sldMk cId="3777428093" sldId="258"/>
            <ac:cxnSpMk id="15" creationId="{9AE6264E-7314-56F2-7EBE-F5FE57A4143E}"/>
          </ac:cxnSpMkLst>
        </pc:cxnChg>
      </pc:sldChg>
      <pc:sldChg chg="del">
        <pc:chgData name="能司 海老名" userId="aa0dd224ae30a5e7" providerId="LiveId" clId="{07EBEECC-97F6-4822-A1E3-97E5E6028604}" dt="2025-07-12T17:44:10.813" v="1" actId="2696"/>
        <pc:sldMkLst>
          <pc:docMk/>
          <pc:sldMk cId="317460862" sldId="259"/>
        </pc:sldMkLst>
      </pc:sldChg>
      <pc:sldChg chg="addSp modSp new mod">
        <pc:chgData name="能司 海老名" userId="aa0dd224ae30a5e7" providerId="LiveId" clId="{07EBEECC-97F6-4822-A1E3-97E5E6028604}" dt="2025-07-13T02:28:57.710" v="45"/>
        <pc:sldMkLst>
          <pc:docMk/>
          <pc:sldMk cId="3855831954" sldId="259"/>
        </pc:sldMkLst>
        <pc:spChg chg="add mod">
          <ac:chgData name="能司 海老名" userId="aa0dd224ae30a5e7" providerId="LiveId" clId="{07EBEECC-97F6-4822-A1E3-97E5E6028604}" dt="2025-07-13T02:28:57.710" v="45"/>
          <ac:spMkLst>
            <pc:docMk/>
            <pc:sldMk cId="3855831954" sldId="259"/>
            <ac:spMk id="2" creationId="{9F6CE963-8726-055B-ADB8-8E03473C619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680" y="1064166"/>
            <a:ext cx="5527040" cy="2263799"/>
          </a:xfrm>
        </p:spPr>
        <p:txBody>
          <a:bodyPr anchor="b"/>
          <a:lstStyle>
            <a:lvl1pPr algn="ctr">
              <a:defRPr sz="42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2800" y="3415265"/>
            <a:ext cx="4876800" cy="1569908"/>
          </a:xfrm>
        </p:spPr>
        <p:txBody>
          <a:bodyPr/>
          <a:lstStyle>
            <a:lvl1pPr marL="0" indent="0" algn="ctr">
              <a:buNone/>
              <a:defRPr sz="1707"/>
            </a:lvl1pPr>
            <a:lvl2pPr marL="325115" indent="0" algn="ctr">
              <a:buNone/>
              <a:defRPr sz="1422"/>
            </a:lvl2pPr>
            <a:lvl3pPr marL="650230" indent="0" algn="ctr">
              <a:buNone/>
              <a:defRPr sz="1280"/>
            </a:lvl3pPr>
            <a:lvl4pPr marL="975345" indent="0" algn="ctr">
              <a:buNone/>
              <a:defRPr sz="1138"/>
            </a:lvl4pPr>
            <a:lvl5pPr marL="1300460" indent="0" algn="ctr">
              <a:buNone/>
              <a:defRPr sz="1138"/>
            </a:lvl5pPr>
            <a:lvl6pPr marL="1625575" indent="0" algn="ctr">
              <a:buNone/>
              <a:defRPr sz="1138"/>
            </a:lvl6pPr>
            <a:lvl7pPr marL="1950690" indent="0" algn="ctr">
              <a:buNone/>
              <a:defRPr sz="1138"/>
            </a:lvl7pPr>
            <a:lvl8pPr marL="2275804" indent="0" algn="ctr">
              <a:buNone/>
              <a:defRPr sz="1138"/>
            </a:lvl8pPr>
            <a:lvl9pPr marL="2600919" indent="0" algn="ctr">
              <a:buNone/>
              <a:defRPr sz="1138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1299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7511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654" y="1621086"/>
            <a:ext cx="5608320" cy="270481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3654" y="4351492"/>
            <a:ext cx="5608320" cy="1422400"/>
          </a:xfrm>
        </p:spPr>
        <p:txBody>
          <a:bodyPr/>
          <a:lstStyle>
            <a:lvl1pPr marL="0" indent="0">
              <a:buNone/>
              <a:defRPr sz="1707">
                <a:solidFill>
                  <a:schemeClr val="tx1"/>
                </a:solidFill>
              </a:defRPr>
            </a:lvl1pPr>
            <a:lvl2pPr marL="325115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2pPr>
            <a:lvl3pPr marL="65023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3pPr>
            <a:lvl4pPr marL="97534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30046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6255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195069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275804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600919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5508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7040" y="1730963"/>
            <a:ext cx="2763520" cy="412571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91840" y="1730963"/>
            <a:ext cx="2763520" cy="412571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876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887" y="346194"/>
            <a:ext cx="5608320" cy="125683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7887" y="1593991"/>
            <a:ext cx="2750820" cy="781191"/>
          </a:xfrm>
        </p:spPr>
        <p:txBody>
          <a:bodyPr anchor="b"/>
          <a:lstStyle>
            <a:lvl1pPr marL="0" indent="0">
              <a:buNone/>
              <a:defRPr sz="1707" b="1"/>
            </a:lvl1pPr>
            <a:lvl2pPr marL="325115" indent="0">
              <a:buNone/>
              <a:defRPr sz="1422" b="1"/>
            </a:lvl2pPr>
            <a:lvl3pPr marL="650230" indent="0">
              <a:buNone/>
              <a:defRPr sz="1280" b="1"/>
            </a:lvl3pPr>
            <a:lvl4pPr marL="975345" indent="0">
              <a:buNone/>
              <a:defRPr sz="1138" b="1"/>
            </a:lvl4pPr>
            <a:lvl5pPr marL="1300460" indent="0">
              <a:buNone/>
              <a:defRPr sz="1138" b="1"/>
            </a:lvl5pPr>
            <a:lvl6pPr marL="1625575" indent="0">
              <a:buNone/>
              <a:defRPr sz="1138" b="1"/>
            </a:lvl6pPr>
            <a:lvl7pPr marL="1950690" indent="0">
              <a:buNone/>
              <a:defRPr sz="1138" b="1"/>
            </a:lvl7pPr>
            <a:lvl8pPr marL="2275804" indent="0">
              <a:buNone/>
              <a:defRPr sz="1138" b="1"/>
            </a:lvl8pPr>
            <a:lvl9pPr marL="2600919" indent="0">
              <a:buNone/>
              <a:defRPr sz="1138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7887" y="2375182"/>
            <a:ext cx="2750820" cy="349353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40" y="1593991"/>
            <a:ext cx="2764367" cy="781191"/>
          </a:xfrm>
        </p:spPr>
        <p:txBody>
          <a:bodyPr anchor="b"/>
          <a:lstStyle>
            <a:lvl1pPr marL="0" indent="0">
              <a:buNone/>
              <a:defRPr sz="1707" b="1"/>
            </a:lvl1pPr>
            <a:lvl2pPr marL="325115" indent="0">
              <a:buNone/>
              <a:defRPr sz="1422" b="1"/>
            </a:lvl2pPr>
            <a:lvl3pPr marL="650230" indent="0">
              <a:buNone/>
              <a:defRPr sz="1280" b="1"/>
            </a:lvl3pPr>
            <a:lvl4pPr marL="975345" indent="0">
              <a:buNone/>
              <a:defRPr sz="1138" b="1"/>
            </a:lvl4pPr>
            <a:lvl5pPr marL="1300460" indent="0">
              <a:buNone/>
              <a:defRPr sz="1138" b="1"/>
            </a:lvl5pPr>
            <a:lvl6pPr marL="1625575" indent="0">
              <a:buNone/>
              <a:defRPr sz="1138" b="1"/>
            </a:lvl6pPr>
            <a:lvl7pPr marL="1950690" indent="0">
              <a:buNone/>
              <a:defRPr sz="1138" b="1"/>
            </a:lvl7pPr>
            <a:lvl8pPr marL="2275804" indent="0">
              <a:buNone/>
              <a:defRPr sz="1138" b="1"/>
            </a:lvl8pPr>
            <a:lvl9pPr marL="2600919" indent="0">
              <a:buNone/>
              <a:defRPr sz="1138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91840" y="2375182"/>
            <a:ext cx="2764367" cy="349353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340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2101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9782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887" y="433493"/>
            <a:ext cx="2097193" cy="1517227"/>
          </a:xfrm>
        </p:spPr>
        <p:txBody>
          <a:bodyPr anchor="b"/>
          <a:lstStyle>
            <a:lvl1pPr>
              <a:defRPr sz="227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4367" y="936226"/>
            <a:ext cx="3291840" cy="4620919"/>
          </a:xfrm>
        </p:spPr>
        <p:txBody>
          <a:bodyPr/>
          <a:lstStyle>
            <a:lvl1pPr>
              <a:defRPr sz="2276"/>
            </a:lvl1pPr>
            <a:lvl2pPr>
              <a:defRPr sz="1991"/>
            </a:lvl2pPr>
            <a:lvl3pPr>
              <a:defRPr sz="1707"/>
            </a:lvl3pPr>
            <a:lvl4pPr>
              <a:defRPr sz="1422"/>
            </a:lvl4pPr>
            <a:lvl5pPr>
              <a:defRPr sz="1422"/>
            </a:lvl5pPr>
            <a:lvl6pPr>
              <a:defRPr sz="1422"/>
            </a:lvl6pPr>
            <a:lvl7pPr>
              <a:defRPr sz="1422"/>
            </a:lvl7pPr>
            <a:lvl8pPr>
              <a:defRPr sz="1422"/>
            </a:lvl8pPr>
            <a:lvl9pPr>
              <a:defRPr sz="14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7887" y="1950720"/>
            <a:ext cx="2097193" cy="3613950"/>
          </a:xfrm>
        </p:spPr>
        <p:txBody>
          <a:bodyPr/>
          <a:lstStyle>
            <a:lvl1pPr marL="0" indent="0">
              <a:buNone/>
              <a:defRPr sz="1138"/>
            </a:lvl1pPr>
            <a:lvl2pPr marL="325115" indent="0">
              <a:buNone/>
              <a:defRPr sz="996"/>
            </a:lvl2pPr>
            <a:lvl3pPr marL="650230" indent="0">
              <a:buNone/>
              <a:defRPr sz="853"/>
            </a:lvl3pPr>
            <a:lvl4pPr marL="975345" indent="0">
              <a:buNone/>
              <a:defRPr sz="711"/>
            </a:lvl4pPr>
            <a:lvl5pPr marL="1300460" indent="0">
              <a:buNone/>
              <a:defRPr sz="711"/>
            </a:lvl5pPr>
            <a:lvl6pPr marL="1625575" indent="0">
              <a:buNone/>
              <a:defRPr sz="711"/>
            </a:lvl6pPr>
            <a:lvl7pPr marL="1950690" indent="0">
              <a:buNone/>
              <a:defRPr sz="711"/>
            </a:lvl7pPr>
            <a:lvl8pPr marL="2275804" indent="0">
              <a:buNone/>
              <a:defRPr sz="711"/>
            </a:lvl8pPr>
            <a:lvl9pPr marL="2600919" indent="0">
              <a:buNone/>
              <a:defRPr sz="7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0028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887" y="433493"/>
            <a:ext cx="2097193" cy="1517227"/>
          </a:xfrm>
        </p:spPr>
        <p:txBody>
          <a:bodyPr anchor="b"/>
          <a:lstStyle>
            <a:lvl1pPr>
              <a:defRPr sz="227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64367" y="936226"/>
            <a:ext cx="3291840" cy="4620919"/>
          </a:xfrm>
        </p:spPr>
        <p:txBody>
          <a:bodyPr anchor="t"/>
          <a:lstStyle>
            <a:lvl1pPr marL="0" indent="0">
              <a:buNone/>
              <a:defRPr sz="2276"/>
            </a:lvl1pPr>
            <a:lvl2pPr marL="325115" indent="0">
              <a:buNone/>
              <a:defRPr sz="1991"/>
            </a:lvl2pPr>
            <a:lvl3pPr marL="650230" indent="0">
              <a:buNone/>
              <a:defRPr sz="1707"/>
            </a:lvl3pPr>
            <a:lvl4pPr marL="975345" indent="0">
              <a:buNone/>
              <a:defRPr sz="1422"/>
            </a:lvl4pPr>
            <a:lvl5pPr marL="1300460" indent="0">
              <a:buNone/>
              <a:defRPr sz="1422"/>
            </a:lvl5pPr>
            <a:lvl6pPr marL="1625575" indent="0">
              <a:buNone/>
              <a:defRPr sz="1422"/>
            </a:lvl6pPr>
            <a:lvl7pPr marL="1950690" indent="0">
              <a:buNone/>
              <a:defRPr sz="1422"/>
            </a:lvl7pPr>
            <a:lvl8pPr marL="2275804" indent="0">
              <a:buNone/>
              <a:defRPr sz="1422"/>
            </a:lvl8pPr>
            <a:lvl9pPr marL="2600919" indent="0">
              <a:buNone/>
              <a:defRPr sz="1422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7887" y="1950720"/>
            <a:ext cx="2097193" cy="3613950"/>
          </a:xfrm>
        </p:spPr>
        <p:txBody>
          <a:bodyPr/>
          <a:lstStyle>
            <a:lvl1pPr marL="0" indent="0">
              <a:buNone/>
              <a:defRPr sz="1138"/>
            </a:lvl1pPr>
            <a:lvl2pPr marL="325115" indent="0">
              <a:buNone/>
              <a:defRPr sz="996"/>
            </a:lvl2pPr>
            <a:lvl3pPr marL="650230" indent="0">
              <a:buNone/>
              <a:defRPr sz="853"/>
            </a:lvl3pPr>
            <a:lvl4pPr marL="975345" indent="0">
              <a:buNone/>
              <a:defRPr sz="711"/>
            </a:lvl4pPr>
            <a:lvl5pPr marL="1300460" indent="0">
              <a:buNone/>
              <a:defRPr sz="711"/>
            </a:lvl5pPr>
            <a:lvl6pPr marL="1625575" indent="0">
              <a:buNone/>
              <a:defRPr sz="711"/>
            </a:lvl6pPr>
            <a:lvl7pPr marL="1950690" indent="0">
              <a:buNone/>
              <a:defRPr sz="711"/>
            </a:lvl7pPr>
            <a:lvl8pPr marL="2275804" indent="0">
              <a:buNone/>
              <a:defRPr sz="711"/>
            </a:lvl8pPr>
            <a:lvl9pPr marL="2600919" indent="0">
              <a:buNone/>
              <a:defRPr sz="7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478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590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53280" y="346193"/>
            <a:ext cx="1402080" cy="551048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7040" y="346193"/>
            <a:ext cx="4124960" cy="551048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131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7040" y="346194"/>
            <a:ext cx="5608320" cy="1256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7040" y="1730963"/>
            <a:ext cx="5608320" cy="4125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7040" y="6026763"/>
            <a:ext cx="1463040" cy="346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628FA-E538-4D6D-88FE-63D339426B9A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53920" y="6026763"/>
            <a:ext cx="2194560" cy="346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92320" y="6026763"/>
            <a:ext cx="1463040" cy="346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357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50230" rtl="0" eaLnBrk="1" latinLnBrk="0" hangingPunct="1">
        <a:lnSpc>
          <a:spcPct val="90000"/>
        </a:lnSpc>
        <a:spcBef>
          <a:spcPct val="0"/>
        </a:spcBef>
        <a:buNone/>
        <a:defRPr kumimoji="1" sz="31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557" indent="-162557" algn="l" defTabSz="65023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1991" kern="1200">
          <a:solidFill>
            <a:schemeClr val="tx1"/>
          </a:solidFill>
          <a:latin typeface="+mn-lt"/>
          <a:ea typeface="+mn-ea"/>
          <a:cs typeface="+mn-cs"/>
        </a:defRPr>
      </a:lvl1pPr>
      <a:lvl2pPr marL="48767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kumimoji="1" sz="1707" kern="1200">
          <a:solidFill>
            <a:schemeClr val="tx1"/>
          </a:solidFill>
          <a:latin typeface="+mn-lt"/>
          <a:ea typeface="+mn-ea"/>
          <a:cs typeface="+mn-cs"/>
        </a:defRPr>
      </a:lvl2pPr>
      <a:lvl3pPr marL="81278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kumimoji="1" sz="1422" kern="1200">
          <a:solidFill>
            <a:schemeClr val="tx1"/>
          </a:solidFill>
          <a:latin typeface="+mn-lt"/>
          <a:ea typeface="+mn-ea"/>
          <a:cs typeface="+mn-cs"/>
        </a:defRPr>
      </a:lvl3pPr>
      <a:lvl4pPr marL="113790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1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178813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6pPr>
      <a:lvl7pPr marL="211324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243836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8pPr>
      <a:lvl9pPr marL="276347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0230" rtl="0" eaLnBrk="1" latinLnBrk="0" hangingPunct="1"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1pPr>
      <a:lvl2pPr marL="325115" algn="l" defTabSz="650230" rtl="0" eaLnBrk="1" latinLnBrk="0" hangingPunct="1"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50230" algn="l" defTabSz="650230" rtl="0" eaLnBrk="1" latinLnBrk="0" hangingPunct="1"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3pPr>
      <a:lvl4pPr marL="975345" algn="l" defTabSz="650230" rtl="0" eaLnBrk="1" latinLnBrk="0" hangingPunct="1"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1300460" algn="l" defTabSz="650230" rtl="0" eaLnBrk="1" latinLnBrk="0" hangingPunct="1"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1625575" algn="l" defTabSz="650230" rtl="0" eaLnBrk="1" latinLnBrk="0" hangingPunct="1"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6pPr>
      <a:lvl7pPr marL="1950690" algn="l" defTabSz="650230" rtl="0" eaLnBrk="1" latinLnBrk="0" hangingPunct="1"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2275804" algn="l" defTabSz="650230" rtl="0" eaLnBrk="1" latinLnBrk="0" hangingPunct="1"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8pPr>
      <a:lvl9pPr marL="2600919" algn="l" defTabSz="650230" rtl="0" eaLnBrk="1" latinLnBrk="0" hangingPunct="1"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rakko.tools/tools/130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01B54-0368-950B-5CB2-3E98F95A7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6017CA3B-8AEB-03CD-A1EF-B0A88D31CECF}"/>
              </a:ext>
            </a:extLst>
          </p:cNvPr>
          <p:cNvSpPr/>
          <p:nvPr/>
        </p:nvSpPr>
        <p:spPr>
          <a:xfrm>
            <a:off x="0" y="0"/>
            <a:ext cx="6502400" cy="6502400"/>
          </a:xfrm>
          <a:prstGeom prst="roundRect">
            <a:avLst>
              <a:gd name="adj" fmla="val 10634"/>
            </a:avLst>
          </a:prstGeom>
          <a:solidFill>
            <a:srgbClr val="F8D59D"/>
          </a:solidFill>
          <a:ln>
            <a:solidFill>
              <a:srgbClr val="F8D59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8120DE4-1194-C852-D342-7D0764F264F6}"/>
              </a:ext>
            </a:extLst>
          </p:cNvPr>
          <p:cNvSpPr/>
          <p:nvPr/>
        </p:nvSpPr>
        <p:spPr>
          <a:xfrm>
            <a:off x="391886" y="330926"/>
            <a:ext cx="5704114" cy="5808617"/>
          </a:xfrm>
          <a:prstGeom prst="roundRect">
            <a:avLst>
              <a:gd name="adj" fmla="val 3919"/>
            </a:avLst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516B59F-EC71-9F89-68C4-77106B1F158D}"/>
              </a:ext>
            </a:extLst>
          </p:cNvPr>
          <p:cNvCxnSpPr>
            <a:cxnSpLocks/>
          </p:cNvCxnSpPr>
          <p:nvPr/>
        </p:nvCxnSpPr>
        <p:spPr>
          <a:xfrm>
            <a:off x="2241003" y="346891"/>
            <a:ext cx="0" cy="5808617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9AE6264E-7314-56F2-7EBE-F5FE57A4143E}"/>
              </a:ext>
            </a:extLst>
          </p:cNvPr>
          <p:cNvCxnSpPr>
            <a:cxnSpLocks/>
          </p:cNvCxnSpPr>
          <p:nvPr/>
        </p:nvCxnSpPr>
        <p:spPr>
          <a:xfrm>
            <a:off x="4239623" y="330926"/>
            <a:ext cx="0" cy="5808617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5768BF5-BB35-D0F8-02DC-443A1902DC75}"/>
              </a:ext>
            </a:extLst>
          </p:cNvPr>
          <p:cNvCxnSpPr>
            <a:cxnSpLocks/>
          </p:cNvCxnSpPr>
          <p:nvPr/>
        </p:nvCxnSpPr>
        <p:spPr>
          <a:xfrm>
            <a:off x="391886" y="4231291"/>
            <a:ext cx="5704114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B94C449-8805-C748-7D20-961A5CC8D350}"/>
              </a:ext>
            </a:extLst>
          </p:cNvPr>
          <p:cNvCxnSpPr>
            <a:cxnSpLocks/>
          </p:cNvCxnSpPr>
          <p:nvPr/>
        </p:nvCxnSpPr>
        <p:spPr>
          <a:xfrm>
            <a:off x="391886" y="2267130"/>
            <a:ext cx="5704114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CFC5D259-7B18-4836-F093-BF68B9BDBBFB}"/>
              </a:ext>
            </a:extLst>
          </p:cNvPr>
          <p:cNvGrpSpPr/>
          <p:nvPr/>
        </p:nvGrpSpPr>
        <p:grpSpPr>
          <a:xfrm>
            <a:off x="1500775" y="4432066"/>
            <a:ext cx="3500849" cy="976431"/>
            <a:chOff x="2316481" y="3816605"/>
            <a:chExt cx="3445321" cy="6596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34" name="四角形: 角を丸くする 33">
              <a:extLst>
                <a:ext uri="{FF2B5EF4-FFF2-40B4-BE49-F238E27FC236}">
                  <a16:creationId xmlns:a16="http://schemas.microsoft.com/office/drawing/2014/main" id="{A081DE86-A215-77E5-D938-B9E33CC1D046}"/>
                </a:ext>
              </a:extLst>
            </p:cNvPr>
            <p:cNvSpPr/>
            <p:nvPr/>
          </p:nvSpPr>
          <p:spPr>
            <a:xfrm>
              <a:off x="2316481" y="3816605"/>
              <a:ext cx="3384732" cy="659600"/>
            </a:xfrm>
            <a:prstGeom prst="roundRect">
              <a:avLst/>
            </a:prstGeom>
            <a:solidFill>
              <a:srgbClr val="FFFEFE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440095B5-944C-F8D1-0FD2-22D93D138E15}"/>
                </a:ext>
              </a:extLst>
            </p:cNvPr>
            <p:cNvSpPr txBox="1"/>
            <p:nvPr/>
          </p:nvSpPr>
          <p:spPr>
            <a:xfrm>
              <a:off x="2377070" y="3833434"/>
              <a:ext cx="3384732" cy="5613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800" b="1" i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+mj-lt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Swiss</a:t>
              </a:r>
              <a:r>
                <a:rPr kumimoji="1" lang="ja-JP" altLang="en-US" sz="4800" b="1" i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+mj-lt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 </a:t>
              </a:r>
              <a:r>
                <a:rPr kumimoji="1" lang="en-US" altLang="ja-JP" sz="4800" b="1" i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+mj-lt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stage</a:t>
              </a:r>
              <a:endParaRPr kumimoji="1" lang="ja-JP" altLang="en-US" sz="4800" b="1" i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+mj-lt"/>
                <a:cs typeface="Cascadia Code Light" panose="020B0609020000020004" pitchFamily="49" charset="0"/>
              </a:endParaRPr>
            </a:p>
          </p:txBody>
        </p:sp>
      </p:grpSp>
      <p:sp>
        <p:nvSpPr>
          <p:cNvPr id="45" name="楕円 44">
            <a:extLst>
              <a:ext uri="{FF2B5EF4-FFF2-40B4-BE49-F238E27FC236}">
                <a16:creationId xmlns:a16="http://schemas.microsoft.com/office/drawing/2014/main" id="{3BB8DC75-8087-F312-4EC4-85D255FD9E05}"/>
              </a:ext>
            </a:extLst>
          </p:cNvPr>
          <p:cNvSpPr/>
          <p:nvPr/>
        </p:nvSpPr>
        <p:spPr>
          <a:xfrm>
            <a:off x="1323483" y="1214425"/>
            <a:ext cx="1826335" cy="1839661"/>
          </a:xfrm>
          <a:prstGeom prst="ellipse">
            <a:avLst/>
          </a:prstGeom>
          <a:solidFill>
            <a:srgbClr val="FFFEFE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114300" dist="76200" dir="5400000" sx="104000" sy="104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BD3FBADD-99A6-A22E-7BF5-16F65422D957}"/>
              </a:ext>
            </a:extLst>
          </p:cNvPr>
          <p:cNvSpPr/>
          <p:nvPr/>
        </p:nvSpPr>
        <p:spPr>
          <a:xfrm>
            <a:off x="3326455" y="1214425"/>
            <a:ext cx="1826335" cy="1839661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114300" dist="76200" dir="5400000" sx="104000" sy="104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7428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F6CE963-8726-055B-ADB8-8E03473C619B}"/>
              </a:ext>
            </a:extLst>
          </p:cNvPr>
          <p:cNvSpPr txBox="1"/>
          <p:nvPr/>
        </p:nvSpPr>
        <p:spPr>
          <a:xfrm>
            <a:off x="609600" y="853440"/>
            <a:ext cx="5216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参考：</a:t>
            </a:r>
            <a:endParaRPr kumimoji="1" lang="en-US" altLang="ja-JP" dirty="0"/>
          </a:p>
          <a:p>
            <a:r>
              <a:rPr kumimoji="1" lang="en-US" altLang="ja-JP" dirty="0">
                <a:hlinkClick r:id="rId2"/>
              </a:rPr>
              <a:t>https://rakko.tools/tools/130/</a:t>
            </a:r>
            <a:endParaRPr kumimoji="1" lang="en-US" altLang="ja-JP" dirty="0"/>
          </a:p>
          <a:p>
            <a:r>
              <a:rPr kumimoji="1" lang="en-US" altLang="ja-JP" dirty="0"/>
              <a:t>https://convertio.co/ja/png-ico/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55831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198</TotalTime>
  <Words>24</Words>
  <Application>Microsoft Office PowerPoint</Application>
  <PresentationFormat>ユーザー設定</PresentationFormat>
  <Paragraphs>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能司 海老名</dc:creator>
  <cp:lastModifiedBy>能司 海老名</cp:lastModifiedBy>
  <cp:revision>3</cp:revision>
  <dcterms:created xsi:type="dcterms:W3CDTF">2025-05-06T01:17:13Z</dcterms:created>
  <dcterms:modified xsi:type="dcterms:W3CDTF">2026-07-22T13:04:34Z</dcterms:modified>
</cp:coreProperties>
</file>